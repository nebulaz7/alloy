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94960"/>
          </a:xfrm>
          <a:prstGeom prst="rect">
            <a:avLst/>
          </a:prstGeom>
          <a:solidFill>
            <a:srgbClr val="0D1322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" name="Image 0" descr="c:/Users/PC/Desktop/Coding/Alloy/app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8872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468880" y="132588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13213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0" y="13533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ON BASE  •  ERC-5564 STEALTH  •  B20 STOCKS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8872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Alloy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18872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Private Programmable Dividend Rails for Tokenized Equities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8720" y="35204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Harvest real-world Wall Street stock dividends into any currency — without touching your stock principal or exposing your wallet onchain.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188720" y="4389120"/>
            <a:ext cx="3108960" cy="1097280"/>
          </a:xfrm>
          <a:prstGeom prst="roundRect">
            <a:avLst>
              <a:gd name="adj" fmla="val 125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B20 EQUITIES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17320" y="4846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$AAPLc • $NVDAc • $COINc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26280" y="4389120"/>
            <a:ext cx="3108960" cy="1097280"/>
          </a:xfrm>
          <a:prstGeom prst="roundRect">
            <a:avLst>
              <a:gd name="adj" fmla="val 125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CONSERVED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4846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Principal Dilution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63840" y="4389120"/>
            <a:ext cx="3108960" cy="1097280"/>
          </a:xfrm>
          <a:prstGeom prst="roundRect">
            <a:avLst>
              <a:gd name="adj" fmla="val 125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UNLINKABLE PAYOUTS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092440" y="4846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ERC-5564 Stealth Basenames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Tokenized Stock Dividends Are Trapped &amp; Doxxed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collecting equity yields on public blockchains is fundamentally broken today</a:t>
            </a:r>
            <a:endParaRPr lang="en-US" sz="1200" dirty="0"/>
          </a:p>
        </p:txBody>
      </p:sp>
      <p:pic>
        <p:nvPicPr>
          <p:cNvPr id="5" name="Image 0" descr="c:/Users/PC/Desktop/Coding/Alloy/app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41148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0" y="192024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1E1B2E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19385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MULTIPLIER TRAP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24688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Dividends Are Locked In Contracts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31546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B20 tokenized stocks use non-rebasing multipliers (1.00x → 1.033x) to preserve DeFi lending compatibility. Dividends stay frozen inside the contract multiplier instead of paying out cash.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05840" y="516636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YIELD TRAPPED ONCHAIN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440680" y="192024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1E1B2E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40680" y="19385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PRINCIPAL EROSION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17720" y="24688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Selling Shares Destroys Position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17720" y="31546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 access dividend value, holders are forced to manually calculate surplus and liquidate stock shares. This dilutes equity ownership, disrupts collateral, and triggers unwanted taxable events.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17720" y="516636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 DESTRUCTION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5528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9052560" y="1920240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1E1B2E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52560" y="19385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SURVEILLANCE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229600" y="24688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Public Ledger Doxxes Wealth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29600" y="315468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Claiming dividends on BaseScan publicly connects your stock portfolio to your wallet. Every observer sees your full net worth, equity balance, and recurring income streams.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229600" y="516636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2104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PRIVACY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Alloy Solution: 3-Step Private Payout Rail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surplus yield extraction that guarantees 100% principal conservation</a:t>
            </a:r>
            <a:endParaRPr lang="en-US" sz="1200" dirty="0"/>
          </a:p>
        </p:txBody>
      </p:sp>
      <p:pic>
        <p:nvPicPr>
          <p:cNvPr id="5" name="Image 0" descr="c:/Users/PC/Desktop/Coding/Alloy/app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41148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5840" y="21488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Checkpoint &amp; Detect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5603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Multi-Asset Monitoring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" y="3090672"/>
            <a:ext cx="73152" cy="73152"/>
          </a:xfrm>
          <a:prstGeom prst="ellipse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Tracks Base B20 equity multiplier updates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05840" y="3593592"/>
            <a:ext cx="73152" cy="73152"/>
          </a:xfrm>
          <a:prstGeom prst="ellipse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Calculates mathematical dividend surplus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05840" y="4096512"/>
            <a:ext cx="73152" cy="73152"/>
          </a:xfrm>
          <a:prstGeom prst="ellipse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8872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Evaluates position against initial checkpoint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05840" y="4599432"/>
            <a:ext cx="73152" cy="73152"/>
          </a:xfrm>
          <a:prstGeom prst="ellipse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action required until dividend accrues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5840" y="516636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01. SURPLUS DETECT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34340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02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17720" y="21488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Invariant Share Trim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617720" y="25603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Capital-Preserving Math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17720" y="309067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Trims exactly surplus yield shares (ΔB)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17720" y="359359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of baseline principal remains untouched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17720" y="409651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Swaps trimmed yield via integrated router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17720" y="45994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Choose USDC, cNGN, or meme tokens (CLANKER)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617720" y="516636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0916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02. INVARIANT TRIM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955280" y="164592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STEP 03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229600" y="21488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Stealth Settlement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8229600" y="25603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ERC-5564 Cryptography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229600" y="3090672"/>
            <a:ext cx="73152" cy="7315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12480" y="3017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Resolves recipient Basename (e.g. bob.base.eth)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229600" y="3593592"/>
            <a:ext cx="73152" cy="7315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12480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Derives one-time unlinkable stealth address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229600" y="4096512"/>
            <a:ext cx="73152" cy="7315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41248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Emits 1-byte view tag for O(1) inbox discovery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229600" y="4599432"/>
            <a:ext cx="73152" cy="7315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1248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Recipient claims privately with spending key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229600" y="5166360"/>
            <a:ext cx="2880360" cy="548640"/>
          </a:xfrm>
          <a:prstGeom prst="roundRect">
            <a:avLst>
              <a:gd name="adj" fmla="val 16667"/>
            </a:avLst>
          </a:prstGeom>
          <a:solidFill>
            <a:srgbClr val="0B0F19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21040" y="5303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03. STEALTH PAYOUT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Math &amp; Cryptographic Proofs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Formally proven capital conservation meets non-interactive stealth cryptography</a:t>
            </a:r>
            <a:endParaRPr lang="en-US" sz="1200" dirty="0"/>
          </a:p>
        </p:txBody>
      </p:sp>
      <p:pic>
        <p:nvPicPr>
          <p:cNvPr id="5" name="Image 0" descr="c:/Users/PC/Desktop/Coding/Alloy/app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41148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4592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874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CAPITAL CONSERVATION MATH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Principal Dilution Invariant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05840" y="2606040"/>
            <a:ext cx="4617720" cy="914400"/>
          </a:xfrm>
          <a:prstGeom prst="roundRect">
            <a:avLst>
              <a:gd name="adj" fmla="val 10000"/>
            </a:avLst>
          </a:prstGeom>
          <a:solidFill>
            <a:srgbClr val="0A1322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269748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SURPLUS SHARE EXTRACTION FORMULA: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88720" y="297180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ΔB = B × (M_current - M_checkpoint) / M_current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05840" y="3657600"/>
            <a:ext cx="4617720" cy="914400"/>
          </a:xfrm>
          <a:prstGeom prst="roundRect">
            <a:avLst>
              <a:gd name="adj" fmla="val 10000"/>
            </a:avLst>
          </a:prstGeom>
          <a:solidFill>
            <a:srgbClr val="06281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374904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CONSERVATION INVARIANT: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88720" y="40233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 - ΔB) × M_current ≡ B × M_checkpoint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470916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Rigorously fuzz-tested on Foundry down to 1 wei precision.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Evaluated at the new multiplier, remaining shares preserve 100% of initial principal.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Zero exposure to principal liquidation or forced taxable sales.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164592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1874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ERC-5564 &amp; BASENAMES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3796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Unlinkable Onchain Privacy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537960" y="2606040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2679192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Basenames Identity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289864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share human-readable handles (e.g. alice.base.eth). Alloy resolves canonical L2 ENS text records for stealth keys.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37960" y="3447288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3520440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Dual-Tier Resolution (L2 + Registry)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675120" y="373989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Resolves via MockL2Resolver ('stealth' text record) with automatic fallback to ERC-6538 Registry for universal coverage.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37960" y="4288536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4361688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Non-Interactive ECDH Keys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75120" y="458114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Derives one-time stealth addresses: P = K_spend + hash(r · K_view) · G. Neither sender nor recipient leak public address links.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537960" y="5129784"/>
            <a:ext cx="4617720" cy="731520"/>
          </a:xfrm>
          <a:prstGeom prst="roundRect">
            <a:avLst>
              <a:gd name="adj" fmla="val 10000"/>
            </a:avLst>
          </a:prstGeom>
          <a:solidFill>
            <a:srgbClr val="0B0F19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0" y="5202936"/>
            <a:ext cx="4343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O(1) Fast Inbox Scanning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75120" y="54223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1-byte view tags allow recipients to filter announcements instantly without computing heavy elliptic curve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TRACTION &amp; MARKETS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Real-World Impact &amp; Live 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today on Base Sepolia: bridging Wall Street dividends into private onchain cash flow</a:t>
            </a:r>
            <a:endParaRPr lang="en-US" sz="1200" dirty="0"/>
          </a:p>
        </p:txBody>
      </p:sp>
      <p:pic>
        <p:nvPicPr>
          <p:cNvPr id="5" name="Image 0" descr="c:/Users/PC/Desktop/Coding/Alloy/app/public/icons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0" y="41148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64592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8288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EMERGING MARKETS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06240" y="181051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B0F19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0" y="182880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FX Payouts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0584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Global South Yield Streams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4688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in Nigeria and Latin America hold tokenized US equities ($AAPLc) and receive quarterly dividends directly into local stablecoins (cNGN) for real-world commerce.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8288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PRIVATE WEALTH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646920" y="181051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B0F19"/>
          </a:solidFill>
          <a:ln w="6350">
            <a:solidFill>
              <a:srgbClr val="007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46920" y="182880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Doxxing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4652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Family Offices &amp; HNWI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46520" y="24688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High-net-worth investors eliminate public surveillance and phishing risks. Dividend income flows directly to unlinkable stealth addresses without doxxing net worth.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1520" y="388620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4069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 COMPOSABILITY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206240" y="40507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B0F19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06240" y="406908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Composable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05840" y="4325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Collateral Yield Siphoning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05840" y="47091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Equities deposited in lending markets (Aave) or liquidity pools (Aerodrome) retain collateral integrity while surplus dividends are automatically routed away.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72200" y="388620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11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4069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ARCHITECTURE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646920" y="40507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0B0F19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46920" y="406908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on Testnet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46520" y="4325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Deployed on Base Sepolia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446520" y="47091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protocol live: MockB20 AAPLc token, AlloyDividendRouter, MockL2Resolver, ERC6538Registry, stealth inbox scanner, and verified contract test suite.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Alloy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Alloy - Private Programmable Dividend Rails for Base</dc:title>
  <dc:subject>Pitch Deck</dc:subject>
  <dc:creator>Alloy Protocol</dc:creator>
  <cp:lastModifiedBy>Alloy Protocol</cp:lastModifiedBy>
  <cp:revision>1</cp:revision>
  <dcterms:created xsi:type="dcterms:W3CDTF">2026-09-09T21:51:29Z</dcterms:created>
  <dcterms:modified xsi:type="dcterms:W3CDTF">2026-09-09T21:51:29Z</dcterms:modified>
</cp:coreProperties>
</file>